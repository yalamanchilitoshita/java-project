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1" r:id="rId4"/>
    <p:sldId id="258" r:id="rId5"/>
    <p:sldId id="259" r:id="rId6"/>
    <p:sldId id="260" r:id="rId7"/>
    <p:sldId id="263" r:id="rId8"/>
    <p:sldId id="264" r:id="rId9"/>
    <p:sldId id="265" r:id="rId10"/>
    <p:sldId id="266" r:id="rId11"/>
    <p:sldId id="267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80BE3C-B0B0-4CFB-816B-712D973A64E0}" v="3" dt="2026-09-15T10:05:24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1070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  <a:t>17-10-2026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16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F3B8-DDEB-3931-BD30-FCDF92768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E52B7-3612-C42C-E3C4-1568700E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2A539-9977-5E0E-CDC1-067BB186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91C38-BEF3-AA2E-ACFE-DCF1543B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B7FA-8196-F586-E960-B5BAE429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B3F1FD-0147-797C-0ED6-E694A2BD6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59C4-DC4A-CF70-25D2-F39535A1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C27E-0A06-D409-8884-852E74A29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AC31F-7BFD-CA38-00A7-A2FD01A0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15AD4-5B3F-78FD-DE66-C3F50AC63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0549F-8592-A2F0-A7A6-A1C45E9E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81CCB4-DDFA-058A-AE03-5A3CFCA9F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AB08-E23E-771E-1FDE-DC785159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36FC1-1DB6-A8A4-C315-834C3FFCF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65D3F-93C4-BE6A-B0D8-5AFF3E69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2169B-9903-41C3-CC1A-A773A925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C6B5-6988-9DF9-8223-C5EB677C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DABBD-F85F-360C-A546-D5E0B92597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5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88FF-7E75-1B89-7C11-7B6C180B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0077-B676-7850-AAD4-77689FB5B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4118E-9650-EED0-1592-D4AD00CF4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D1BDD-D86C-6A53-CEF7-1AEC9AB1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  <a:t>17-10-2026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15FF2-A4C5-135F-9FA1-A00A6BF9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FB8AA-FC6D-B278-7FFF-C52EF430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064E1C-D746-419C-5FE6-033B95CAC3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6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900-8F42-8A20-E378-434465ED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DB5D6-6D80-913C-77A3-83E1C2757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7E712-FB4A-DBE7-7EE8-B34465C75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C7C92-E667-0F30-6C26-267F10CBC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1715A-AF86-785C-73F2-00FF9D5D32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1D6D5-269C-31AC-CC40-917E0E24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  <a:t>17-10-2026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DFF97-DB90-A3DC-1A5F-E041ABA4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FEC1F-4C0D-B461-B76D-FAFE7A86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D765FD-6DB7-1155-27BC-BD0DB45299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3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FB57-0CBB-0AA3-9BF0-2ED23379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2CE64-C359-3445-7AB9-29DE8577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  <a:t>17-10-2026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3F73F-0420-C605-3EFF-74CBBE1B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E44D-529C-1AC9-123B-7EBF53FA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A6640D-01A3-9B0C-80EF-F10DE4220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8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79728-5FED-202E-6651-A7474C32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17-10-2026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6D777-ECC4-1DAB-81FF-7D7AF3FF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56A1D-0096-D4B4-2B11-1CDFE331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0B416-1EF4-3CD6-8E26-DC636E7B37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29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5010-2418-091A-429D-37E400AB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91DC8-3F06-BF0E-8109-8C1FEDEAD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44A7E-4423-60E2-E6E9-AAF09976D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B07B-D8E2-C0AA-F7E4-545DF979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  <a:t>17-10-2026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B3DF0-CC05-0B05-24D9-6663B5E1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B53E2-0205-A987-5D45-0DFC51D8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6F4A6A-FE20-C82E-95DD-FA2A5FCB0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7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7E51-2E25-5BFC-2696-794A224B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9DC63-25C2-8B4F-3683-6B0A9BC75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EBA80-D1E6-9786-229E-B9B70D9BD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DED29-F47E-2534-AFB4-003A8091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  <a:t>17-10-2026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6DE89-3F60-1B9B-0597-F389CAA7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B78F6-7EC0-BF15-5CA1-F0159D79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25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8785-1FEB-0757-FEC8-6AA1CB86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94473-1718-0D76-22B7-33E82D611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9B1E2-29EC-2F2E-B362-55E80C4D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6D9E9-31F7-01F5-C19A-438C4077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E1B4F-5C80-EFB0-BA9F-8F17B844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2412BD-D800-391F-9FB6-159E83E747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46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43F02-0084-480F-2BA3-75A1C0102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22D9D-B106-6765-76CF-C9843EC19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262E0-081B-BE3A-F92B-73DE583E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9D4DC-613B-8105-F661-A37BB2AD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46AAE-21DC-2AE1-CF07-91F73A4D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44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48038-F901-EAD1-D5DB-03603E89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E2A14-F9FA-9B0B-5AA7-D785E09BA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56813-B660-C26F-CFEF-AF22C547F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  <a:t>17-10-2026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697EB-16D9-74E1-1448-0CDC28071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42DC9-4178-3222-F3F2-C5EC792CA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48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2000" cy="50292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1064240" cy="43891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70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ONLINE STORE CART AND ORDER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0972800" cy="25603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5F6C7C"/>
                </a:solidFill>
                <a:latin typeface="Aptos"/>
              </a:rPr>
              <a:t>PROBLEM SOLVING USING PROGRAMMING (JAVA)  •  15 OCTOBER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661404"/>
            <a:ext cx="53035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ONLINE STORE CART AND ORDER PIPELINE  |  JAVA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661404"/>
            <a:ext cx="64008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01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10972800" cy="4389120"/>
          </a:xfrm>
          <a:prstGeom prst="roundRect">
            <a:avLst/>
          </a:prstGeom>
          <a:solidFill>
            <a:srgbClr val="EEF4FA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118872" cy="4389120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783080"/>
            <a:ext cx="987552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2000" b="1">
                <a:solidFill>
                  <a:srgbClr val="2368AA"/>
                </a:solidFill>
                <a:latin typeface="Aptos"/>
              </a:rPr>
              <a:t>A MENU-DRIVEN JAVA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95728"/>
            <a:ext cx="9875520" cy="6583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12233E"/>
                </a:solidFill>
                <a:latin typeface="Aptos"/>
              </a:rPr>
              <a:t>Product browsing • Cart management • Search • Sorting • Order persistence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246120"/>
            <a:ext cx="4846320" cy="169164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2D3746"/>
                </a:solidFill>
                <a:latin typeface="Aptos"/>
              </a:rPr>
              <a:t>PROJECT TEAM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2D3746"/>
                </a:solidFill>
                <a:latin typeface="Aptos"/>
              </a:rPr>
              <a:t>Toshita Yalamanchili  |  2620030361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2D3746"/>
                </a:solidFill>
                <a:latin typeface="Aptos"/>
              </a:rPr>
              <a:t>V. Mahesh  |  2620030339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46120"/>
            <a:ext cx="4480560" cy="164592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2D3746"/>
                </a:solidFill>
                <a:latin typeface="Aptos"/>
              </a:rPr>
              <a:t>COURSE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D3746"/>
                </a:solidFill>
                <a:latin typeface="Aptos"/>
              </a:rPr>
              <a:t>Problem Solving Using Programming (Java)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D3746"/>
                </a:solidFill>
                <a:latin typeface="Aptos"/>
              </a:rPr>
              <a:t>Course Code: 26SC1101E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257800"/>
            <a:ext cx="96926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5F6C7C"/>
                </a:solidFill>
                <a:latin typeface="Aptos"/>
              </a:rPr>
              <a:t>KL Deemed to be University  •  Bachupally</a:t>
            </a:r>
          </a:p>
        </p:txBody>
      </p:sp>
    </p:spTree>
    <p:extLst>
      <p:ext uri="{BB962C8B-B14F-4D97-AF65-F5344CB8AC3E}">
        <p14:creationId xmlns:p14="http://schemas.microsoft.com/office/powerpoint/2010/main" val="157075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2000" cy="50292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1064240" cy="43891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70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0972800" cy="25603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5F6C7C"/>
                </a:solidFill>
                <a:latin typeface="Aptos"/>
              </a:rPr>
              <a:t>PROJECT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661404"/>
            <a:ext cx="53035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ONLINE STORE CART AND ORDER PIPELINE  |  JAVA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661404"/>
            <a:ext cx="64008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02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25880"/>
            <a:ext cx="6903720" cy="443484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82296" cy="4434840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" y="1435607"/>
            <a:ext cx="662940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ABSTRACT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1810512"/>
            <a:ext cx="6611112" cy="386791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2D3746"/>
                </a:solidFill>
                <a:latin typeface="Aptos"/>
              </a:rPr>
              <a:t>The Online Store Cart and Order Pipeline is a menu-driven Java console application that demonstrates core programming concepts through a simple shopping workflow. Users can view available products, add items and quantities to a cart, inspect the cart total, search products by name, sort the product catalogue by price, and place an order.</a:t>
            </a:r>
          </a:p>
          <a:p>
            <a:pPr>
              <a:spcAft>
                <a:spcPts val="700"/>
              </a:spcAft>
            </a:pPr>
            <a:endParaRPr sz="1500" b="0">
              <a:solidFill>
                <a:srgbClr val="2D3746"/>
              </a:solidFill>
              <a:latin typeface="Aptos"/>
            </a:endParaRP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D3746"/>
                </a:solidFill>
                <a:latin typeface="Aptos"/>
              </a:rPr>
              <a:t>The application models products using a class and interface, stores cart quantities in a HashMap, and uses methods to separate each operation. String handling, library sorting, lambda expressions, Stream API processing, and file I/O are used to make the program modular and practical. When an order is placed, its total is appended to a text file for basic persistence.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325880"/>
            <a:ext cx="3703320" cy="192024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18120" y="1325880"/>
            <a:ext cx="82296" cy="1920240"/>
          </a:xfrm>
          <a:prstGeom prst="rect">
            <a:avLst/>
          </a:prstGeom>
          <a:solidFill>
            <a:srgbClr val="23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82712" y="1435607"/>
            <a:ext cx="342900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TECH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2712" y="1810512"/>
            <a:ext cx="3410712" cy="13533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2D3746"/>
                </a:solidFill>
                <a:latin typeface="Aptos"/>
              </a:rPr>
              <a:t>Java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2D3746"/>
                </a:solidFill>
                <a:latin typeface="Aptos"/>
              </a:rPr>
              <a:t>Scanner • Arrays • HashMap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2D3746"/>
                </a:solidFill>
                <a:latin typeface="Aptos"/>
              </a:rPr>
              <a:t>Streams • java.nio.file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3520440"/>
            <a:ext cx="3703320" cy="224028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818120" y="3520440"/>
            <a:ext cx="82296" cy="2240280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82712" y="3630168"/>
            <a:ext cx="342900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KEY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82712" y="4005072"/>
            <a:ext cx="3410712" cy="1673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2D3746"/>
                </a:solidFill>
                <a:latin typeface="Aptos"/>
              </a:rPr>
              <a:t>Product listing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2D3746"/>
                </a:solidFill>
                <a:latin typeface="Aptos"/>
              </a:rPr>
              <a:t>Add to cart and view bill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2D3746"/>
                </a:solidFill>
                <a:latin typeface="Aptos"/>
              </a:rPr>
              <a:t>Name-based search and price sorting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2D3746"/>
                </a:solidFill>
                <a:latin typeface="Aptos"/>
              </a:rPr>
              <a:t>Save order total to orders.txt</a:t>
            </a:r>
          </a:p>
        </p:txBody>
      </p:sp>
    </p:spTree>
    <p:extLst>
      <p:ext uri="{BB962C8B-B14F-4D97-AF65-F5344CB8AC3E}">
        <p14:creationId xmlns:p14="http://schemas.microsoft.com/office/powerpoint/2010/main" val="676338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2000" cy="50292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1064240" cy="43891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700"/>
              </a:spcAft>
            </a:pPr>
            <a:r>
              <a:rPr sz="1900" b="1">
                <a:solidFill>
                  <a:srgbClr val="FFFFFF"/>
                </a:solidFill>
                <a:latin typeface="Aptos"/>
              </a:rPr>
              <a:t>UNDERSTANDING THE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0972800" cy="25603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5F6C7C"/>
                </a:solidFill>
                <a:latin typeface="Aptos"/>
              </a:rPr>
              <a:t>WHY THIS PROJECT?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661404"/>
            <a:ext cx="53035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ONLINE STORE CART AND ORDER PIPELINE  |  JAVA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661404"/>
            <a:ext cx="64008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03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25880"/>
            <a:ext cx="5349240" cy="1874519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82296" cy="1874519"/>
          </a:xfrm>
          <a:prstGeom prst="rect">
            <a:avLst/>
          </a:prstGeom>
          <a:solidFill>
            <a:srgbClr val="23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" y="1435607"/>
            <a:ext cx="507492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1810512"/>
            <a:ext cx="5056631" cy="130759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2D3746"/>
                </a:solidFill>
                <a:latin typeface="Aptos"/>
              </a:rPr>
              <a:t>A small store needs a simple way to display products, record selected quantities, calculate a bill, and keep a basic order record without a graphical interface or database.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25880"/>
            <a:ext cx="5303520" cy="1874519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82296" cy="1874519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1435607"/>
            <a:ext cx="502920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OBJECTIVES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810512"/>
            <a:ext cx="5010912" cy="130759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2D3746"/>
                </a:solidFill>
                <a:latin typeface="Aptos"/>
              </a:rPr>
              <a:t>• Present a fixed product catalogue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2D3746"/>
                </a:solidFill>
                <a:latin typeface="Aptos"/>
              </a:rPr>
              <a:t>• Validate product IDs and quantities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2D3746"/>
                </a:solidFill>
                <a:latin typeface="Aptos"/>
              </a:rPr>
              <a:t>• Calculate cart totals accurately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2D3746"/>
                </a:solidFill>
                <a:latin typeface="Aptos"/>
              </a:rPr>
              <a:t>• Support search and sorting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2D3746"/>
                </a:solidFill>
                <a:latin typeface="Aptos"/>
              </a:rPr>
              <a:t>• Save completed order totals to a file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20440"/>
            <a:ext cx="5349240" cy="1874519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520440"/>
            <a:ext cx="82296" cy="1874519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1" y="3630168"/>
            <a:ext cx="507492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INPUT → PROCESS →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4005072"/>
            <a:ext cx="5056631" cy="130759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2D3746"/>
                </a:solidFill>
                <a:latin typeface="Aptos"/>
              </a:rPr>
              <a:t>INPUT: Menu choice, product ID, quantity, search text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2D3746"/>
                </a:solidFill>
                <a:latin typeface="Aptos"/>
              </a:rPr>
              <a:t>PROCESS: Validate input, update cart, find/sort products, calculate total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2D3746"/>
                </a:solidFill>
                <a:latin typeface="Aptos"/>
              </a:rPr>
              <a:t>OUTPUT: Product list, cart bill, search results, order confirmation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520440"/>
            <a:ext cx="5303520" cy="1874519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3520440"/>
            <a:ext cx="82296" cy="1874519"/>
          </a:xfrm>
          <a:prstGeom prst="rect">
            <a:avLst/>
          </a:prstGeom>
          <a:solidFill>
            <a:srgbClr val="23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82512" y="3630168"/>
            <a:ext cx="502920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SCOPE &amp; LIMITATIONS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4005072"/>
            <a:ext cx="5010912" cy="130759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2D3746"/>
                </a:solidFill>
                <a:latin typeface="Aptos"/>
              </a:rPr>
              <a:t>Console-based prototype with four predefined products. It does not include user accounts, payment processing, stock management, a database, or a graphical user interface.</a:t>
            </a:r>
          </a:p>
        </p:txBody>
      </p:sp>
    </p:spTree>
    <p:extLst>
      <p:ext uri="{BB962C8B-B14F-4D97-AF65-F5344CB8AC3E}">
        <p14:creationId xmlns:p14="http://schemas.microsoft.com/office/powerpoint/2010/main" val="3980090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2000" cy="50292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1064240" cy="43891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700"/>
              </a:spcAft>
            </a:pPr>
            <a:r>
              <a:rPr sz="1900" b="1">
                <a:solidFill>
                  <a:srgbClr val="FFFFFF"/>
                </a:solidFill>
                <a:latin typeface="Aptos"/>
              </a:rPr>
              <a:t>CO1 | JAVA FOUNDATIONS &amp; CONSOLE I/O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0972800" cy="25603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5F6C7C"/>
                </a:solidFill>
                <a:latin typeface="Aptos"/>
              </a:rPr>
              <a:t>COURSE OUTCOME MAPPING  •  BASED ON IMPLEMENTED JAVA SOURCE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661404"/>
            <a:ext cx="53035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ONLINE STORE CART AND ORDER PIPELINE  |  JAVA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661404"/>
            <a:ext cx="64008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04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078992"/>
            <a:ext cx="10881360" cy="6217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5F6C7C"/>
                </a:solidFill>
                <a:latin typeface="Aptos"/>
              </a:rPr>
              <a:t>CO1: Translate a real-world problem into an algorithm and working Java program using primitive types, expressions and sequential console I/O.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5303520" cy="173736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828800"/>
            <a:ext cx="82296" cy="1737360"/>
          </a:xfrm>
          <a:prstGeom prst="rect">
            <a:avLst/>
          </a:prstGeom>
          <a:solidFill>
            <a:srgbClr val="23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1938528"/>
            <a:ext cx="502920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Concepts used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2313432"/>
            <a:ext cx="5010912" cy="11704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Scanner for keyboard input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Variables and constants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Primitive numeric types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Console output with System.out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28800"/>
            <a:ext cx="5303520" cy="173736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828800"/>
            <a:ext cx="82296" cy="1737360"/>
          </a:xfrm>
          <a:prstGeom prst="rect">
            <a:avLst/>
          </a:prstGeom>
          <a:solidFill>
            <a:srgbClr val="23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938528"/>
            <a:ext cx="502920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Where in the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313432"/>
            <a:ext cx="5010912" cy="11704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Scanner sc = new Scanner(System.in)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Product IDs, prices and quantities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readInt() for numeric input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System.out.println() for menus and results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86200"/>
            <a:ext cx="5303520" cy="173736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886200"/>
            <a:ext cx="82296" cy="1737360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1" y="3995928"/>
            <a:ext cx="502920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Project contribution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4370832"/>
            <a:ext cx="5010912" cy="11704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Provides interactive menu choices and captures product IDs and quantities. Numeric input is validated by catching NumberFormatException.</a:t>
            </a:r>
          </a:p>
        </p:txBody>
      </p:sp>
    </p:spTree>
    <p:extLst>
      <p:ext uri="{BB962C8B-B14F-4D97-AF65-F5344CB8AC3E}">
        <p14:creationId xmlns:p14="http://schemas.microsoft.com/office/powerpoint/2010/main" val="410424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2000" cy="50292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1064240" cy="43891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70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CO2 | CONTROL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0972800" cy="25603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5F6C7C"/>
                </a:solidFill>
                <a:latin typeface="Aptos"/>
              </a:rPr>
              <a:t>COURSE OUTCOME MAPPING  •  BASED ON IMPLEMENTED JAVA SOURCE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661404"/>
            <a:ext cx="53035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ONLINE STORE CART AND ORDER PIPELINE  |  JAVA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661404"/>
            <a:ext cx="64008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05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078992"/>
            <a:ext cx="10881360" cy="6217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5F6C7C"/>
                </a:solidFill>
                <a:latin typeface="Aptos"/>
              </a:rPr>
              <a:t>CO2: Design control flow using selection and iteration to solve problems requiring decisions and repetition.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5303520" cy="173736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828800"/>
            <a:ext cx="82296" cy="1737360"/>
          </a:xfrm>
          <a:prstGeom prst="rect">
            <a:avLst/>
          </a:prstGeom>
          <a:solidFill>
            <a:srgbClr val="23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1938528"/>
            <a:ext cx="502920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Concepts used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2313432"/>
            <a:ext cx="5010912" cy="11704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do–while loop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switch menu selection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if / else validation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for-each loop and early return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28800"/>
            <a:ext cx="5303520" cy="173736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828800"/>
            <a:ext cx="82296" cy="1737360"/>
          </a:xfrm>
          <a:prstGeom prst="rect">
            <a:avLst/>
          </a:prstGeom>
          <a:solidFill>
            <a:srgbClr val="23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938528"/>
            <a:ext cx="502920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Where in the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313432"/>
            <a:ext cx="5010912" cy="11704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main(): menu repeats until choice 7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switch(choice): routes each feature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addToCart(): validates ID and quantity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showCart() / placeOrder(): handle empty cart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86200"/>
            <a:ext cx="5303520" cy="173736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886200"/>
            <a:ext cx="82296" cy="1737360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1" y="3995928"/>
            <a:ext cx="502920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Project contribution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4370832"/>
            <a:ext cx="5010912" cy="11704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Keeps the store menu running, selects the requested operation, rejects invalid entries, and prevents ordering from an empty cart.</a:t>
            </a:r>
          </a:p>
        </p:txBody>
      </p:sp>
    </p:spTree>
    <p:extLst>
      <p:ext uri="{BB962C8B-B14F-4D97-AF65-F5344CB8AC3E}">
        <p14:creationId xmlns:p14="http://schemas.microsoft.com/office/powerpoint/2010/main" val="4178111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2000" cy="50292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1064240" cy="43891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70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CO3 | METHODS &amp; DATA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0972800" cy="25603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5F6C7C"/>
                </a:solidFill>
                <a:latin typeface="Aptos"/>
              </a:rPr>
              <a:t>COURSE OUTCOME MAPPING  •  BASED ON IMPLEMENTED JAVA SOURCE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661404"/>
            <a:ext cx="53035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ONLINE STORE CART AND ORDER PIPELINE  |  JAVA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661404"/>
            <a:ext cx="64008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06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078992"/>
            <a:ext cx="10881360" cy="6217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5F6C7C"/>
                </a:solidFill>
                <a:latin typeface="Aptos"/>
              </a:rPr>
              <a:t>CO3: Modularise solutions using methods and recursion, and store/process homogeneous data with arrays.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5303520" cy="173736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828800"/>
            <a:ext cx="82296" cy="1737360"/>
          </a:xfrm>
          <a:prstGeom prst="rect">
            <a:avLst/>
          </a:prstGeom>
          <a:solidFill>
            <a:srgbClr val="23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1938528"/>
            <a:ext cx="502920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Concepts used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2313432"/>
            <a:ext cx="5010912" cy="11704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Methods for decomposition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Product[] array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Enhanced for loop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Method overloading and recursion are defined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28800"/>
            <a:ext cx="5303520" cy="173736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828800"/>
            <a:ext cx="82296" cy="1737360"/>
          </a:xfrm>
          <a:prstGeom prst="rect">
            <a:avLst/>
          </a:prstGeom>
          <a:solidFill>
            <a:srgbClr val="23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938528"/>
            <a:ext cx="502920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Where in the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313432"/>
            <a:ext cx="5010912" cy="11704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showProducts(), addToCart(), search()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sortProducts(), placeOrder(), find()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Product[] products stores catalogue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Two discount() overloads and countProducts() recursion are present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86200"/>
            <a:ext cx="5303520" cy="173736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886200"/>
            <a:ext cx="82296" cy="1737360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1" y="3995928"/>
            <a:ext cx="502920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Project contribution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4370832"/>
            <a:ext cx="5010912" cy="11704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Separates features into readable methods and stores the fixed product catalogue in an array. Note: discount() and countProducts() are defined but not called in the current workflow.</a:t>
            </a:r>
          </a:p>
        </p:txBody>
      </p:sp>
    </p:spTree>
    <p:extLst>
      <p:ext uri="{BB962C8B-B14F-4D97-AF65-F5344CB8AC3E}">
        <p14:creationId xmlns:p14="http://schemas.microsoft.com/office/powerpoint/2010/main" val="186987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2000" cy="50292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1064240" cy="43891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70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CO4 | OBJECT-ORIENTED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0972800" cy="25603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5F6C7C"/>
                </a:solidFill>
                <a:latin typeface="Aptos"/>
              </a:rPr>
              <a:t>COURSE OUTCOME MAPPING  •  BASED ON IMPLEMENTED JAVA SOURCE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661404"/>
            <a:ext cx="53035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ONLINE STORE CART AND ORDER PIPELINE  |  JAVA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661404"/>
            <a:ext cx="64008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07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078992"/>
            <a:ext cx="10881360" cy="6217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5F6C7C"/>
                </a:solidFill>
                <a:latin typeface="Aptos"/>
              </a:rPr>
              <a:t>CO4: Model a problem domain with classes and objects, encapsulation and relationships, and use exception handling.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5303520" cy="173736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828800"/>
            <a:ext cx="82296" cy="1737360"/>
          </a:xfrm>
          <a:prstGeom prst="rect">
            <a:avLst/>
          </a:prstGeom>
          <a:solidFill>
            <a:srgbClr val="23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1938528"/>
            <a:ext cx="502920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Concepts used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2313432"/>
            <a:ext cx="5010912" cy="11704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Product class and objects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private final fields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Parameterized constructor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Identifiable interface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try–catch exception handling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28800"/>
            <a:ext cx="5303520" cy="173736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828800"/>
            <a:ext cx="82296" cy="1737360"/>
          </a:xfrm>
          <a:prstGeom prst="rect">
            <a:avLst/>
          </a:prstGeom>
          <a:solidFill>
            <a:srgbClr val="23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938528"/>
            <a:ext cx="502920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Where in the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313432"/>
            <a:ext cx="5010912" cy="11704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Product implements Identifiable and Comparable&lt;Product&gt;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private id, name and price fields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getId(), compareTo(), toString()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NumberFormatException and IOException catches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86200"/>
            <a:ext cx="5303520" cy="173736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886200"/>
            <a:ext cx="82296" cy="1737360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1" y="3995928"/>
            <a:ext cx="502920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Project contribution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4370832"/>
            <a:ext cx="5010912" cy="11704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Represents each catalogue item as a Product object, keeps fields private, and handles invalid numeric input and file-write failures.</a:t>
            </a:r>
          </a:p>
        </p:txBody>
      </p:sp>
    </p:spTree>
    <p:extLst>
      <p:ext uri="{BB962C8B-B14F-4D97-AF65-F5344CB8AC3E}">
        <p14:creationId xmlns:p14="http://schemas.microsoft.com/office/powerpoint/2010/main" val="2034974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2000" cy="50292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1064240" cy="43891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70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CO5 | STRINGS, SORTING &amp; FILE I/O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0972800" cy="25603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5F6C7C"/>
                </a:solidFill>
                <a:latin typeface="Aptos"/>
              </a:rPr>
              <a:t>COURSE OUTCOME MAPPING  •  BASED ON IMPLEMENTED JAVA SOURCE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661404"/>
            <a:ext cx="53035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ONLINE STORE CART AND ORDER PIPELINE  |  JAVA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661404"/>
            <a:ext cx="64008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08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078992"/>
            <a:ext cx="10881360" cy="6217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5F6C7C"/>
                </a:solidFill>
                <a:latin typeface="Aptos"/>
              </a:rPr>
              <a:t>CO5: Process textual data, apply library algorithms for searching/sorting, and persist data using file I/O.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5303520" cy="173736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828800"/>
            <a:ext cx="82296" cy="1737360"/>
          </a:xfrm>
          <a:prstGeom prst="rect">
            <a:avLst/>
          </a:prstGeom>
          <a:solidFill>
            <a:srgbClr val="23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1938528"/>
            <a:ext cx="502920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Concepts used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2313432"/>
            <a:ext cx="5010912" cy="11704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String trim() and toLowerCase()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contains() text search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StringBuilder bill construction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Arrays.sort() with Comparator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Files.writeString() and Path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28800"/>
            <a:ext cx="5303520" cy="173736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828800"/>
            <a:ext cx="82296" cy="1737360"/>
          </a:xfrm>
          <a:prstGeom prst="rect">
            <a:avLst/>
          </a:prstGeom>
          <a:solidFill>
            <a:srgbClr val="23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938528"/>
            <a:ext cx="502920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Where in the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313432"/>
            <a:ext cx="5010912" cy="11704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search(): case-insensitive name matching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showCart(): builds bill text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sortProducts(): sorts by price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placeOrder(): appends order total to orders.txt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86200"/>
            <a:ext cx="5303520" cy="173736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886200"/>
            <a:ext cx="82296" cy="1737360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1" y="3995928"/>
            <a:ext cx="502920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Project contribution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4370832"/>
            <a:ext cx="5010912" cy="11704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Allows flexible product-name searches, orders the catalogue by price, formats a cart bill, and stores each order total in a text file.</a:t>
            </a:r>
          </a:p>
        </p:txBody>
      </p:sp>
    </p:spTree>
    <p:extLst>
      <p:ext uri="{BB962C8B-B14F-4D97-AF65-F5344CB8AC3E}">
        <p14:creationId xmlns:p14="http://schemas.microsoft.com/office/powerpoint/2010/main" val="2377368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2000" cy="50292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1064240" cy="43891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70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CO6 | COLLECTIONS &amp; STREAMS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0972800" cy="25603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5F6C7C"/>
                </a:solidFill>
                <a:latin typeface="Aptos"/>
              </a:rPr>
              <a:t>COURSE OUTCOME MAPPING  •  BASED ON IMPLEMENTED JAVA SOURCE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661404"/>
            <a:ext cx="53035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ONLINE STORE CART AND ORDER PIPELINE  |  JAVA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661404"/>
            <a:ext cx="64008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09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078992"/>
            <a:ext cx="10881360" cy="6217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5F6C7C"/>
                </a:solidFill>
                <a:latin typeface="Aptos"/>
              </a:rPr>
              <a:t>CO6: Manage collections and express data processing declaratively using the Collections framework, lambdas and Stream pipelines.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5303520" cy="173736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828800"/>
            <a:ext cx="82296" cy="1737360"/>
          </a:xfrm>
          <a:prstGeom prst="rect">
            <a:avLst/>
          </a:prstGeom>
          <a:solidFill>
            <a:srgbClr val="23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1938528"/>
            <a:ext cx="502920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Concepts used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2313432"/>
            <a:ext cx="5010912" cy="11704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HashMap&lt;Integer, Integer&gt;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getOrDefault() and put()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forEach() lambda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Stream mapToDouble() and sum()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filter(), toList(), method reference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28800"/>
            <a:ext cx="5303520" cy="173736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828800"/>
            <a:ext cx="82296" cy="1737360"/>
          </a:xfrm>
          <a:prstGeom prst="rect">
            <a:avLst/>
          </a:prstGeom>
          <a:solidFill>
            <a:srgbClr val="23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938528"/>
            <a:ext cx="502920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Where in the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313432"/>
            <a:ext cx="5010912" cy="11704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cart stores product ID → quantity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cart.forEach() builds bill lines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total() uses entrySet().stream()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search() uses Arrays.stream(), filter(), toList()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86200"/>
            <a:ext cx="5303520" cy="173736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886200"/>
            <a:ext cx="82296" cy="1737360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1" y="3995928"/>
            <a:ext cx="502920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Project contribution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4370832"/>
            <a:ext cx="5010912" cy="11704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2D3746"/>
                </a:solidFill>
                <a:latin typeface="Aptos"/>
              </a:rPr>
              <a:t>Tracks quantities dynamically, calculates the cart total through a stream pipeline, and filters matching products using declarative processing.</a:t>
            </a:r>
          </a:p>
        </p:txBody>
      </p:sp>
    </p:spTree>
    <p:extLst>
      <p:ext uri="{BB962C8B-B14F-4D97-AF65-F5344CB8AC3E}">
        <p14:creationId xmlns:p14="http://schemas.microsoft.com/office/powerpoint/2010/main" val="707117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2000" cy="50292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1064240" cy="43891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70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0972800" cy="25603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5F6C7C"/>
                </a:solidFill>
                <a:latin typeface="Aptos"/>
              </a:rPr>
              <a:t>OUTCOMES &amp; FUTURE ENHANCEMENTS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661404"/>
            <a:ext cx="53035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ONLINE STORE CART AND ORDER PIPELINE  |  JAVA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661404"/>
            <a:ext cx="64008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10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25880"/>
            <a:ext cx="5303520" cy="425196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82296" cy="4251960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" y="1435607"/>
            <a:ext cx="502920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WHAT THE PROJECT ACHIEVES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1810512"/>
            <a:ext cx="5010912" cy="3685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2D3746"/>
                </a:solidFill>
                <a:latin typeface="Aptos"/>
              </a:rPr>
              <a:t>• Demonstrates a complete menu-driven shopping flow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D3746"/>
                </a:solidFill>
                <a:latin typeface="Aptos"/>
              </a:rPr>
              <a:t>• Organises code into separate methods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D3746"/>
                </a:solidFill>
                <a:latin typeface="Aptos"/>
              </a:rPr>
              <a:t>• Uses arrays, objects and a HashMap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D3746"/>
                </a:solidFill>
                <a:latin typeface="Aptos"/>
              </a:rPr>
              <a:t>• Supports case-insensitive product search and price sorting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D3746"/>
                </a:solidFill>
                <a:latin typeface="Aptos"/>
              </a:rPr>
              <a:t>• Calculates totals and saves order totals to a file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D3746"/>
                </a:solidFill>
                <a:latin typeface="Aptos"/>
              </a:rPr>
              <a:t>• Maps practical implementation to CO1–CO6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25880"/>
            <a:ext cx="5303520" cy="425196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82296" cy="4251960"/>
          </a:xfrm>
          <a:prstGeom prst="rect">
            <a:avLst/>
          </a:prstGeom>
          <a:solidFill>
            <a:srgbClr val="23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1435607"/>
            <a:ext cx="502920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POSSIBLE NEXT STEPS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810512"/>
            <a:ext cx="5010912" cy="3685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2D3746"/>
                </a:solidFill>
                <a:latin typeface="Aptos"/>
              </a:rPr>
              <a:t>• Load products from a file instead of hard-coding them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D3746"/>
                </a:solidFill>
                <a:latin typeface="Aptos"/>
              </a:rPr>
              <a:t>• Store full order details and timestamps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D3746"/>
                </a:solidFill>
                <a:latin typeface="Aptos"/>
              </a:rPr>
              <a:t>• Add stock and quantity checks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D3746"/>
                </a:solidFill>
                <a:latin typeface="Aptos"/>
              </a:rPr>
              <a:t>• Add customer details and order history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D3746"/>
                </a:solidFill>
                <a:latin typeface="Aptos"/>
              </a:rPr>
              <a:t>• Introduce unit tests and stronger input validation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D3746"/>
                </a:solidFill>
                <a:latin typeface="Aptos"/>
              </a:rPr>
              <a:t>• Build a GUI or connect a 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806440"/>
            <a:ext cx="1069848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spcAft>
                <a:spcPts val="700"/>
              </a:spcAft>
            </a:pPr>
            <a:r>
              <a:rPr sz="1200" b="1">
                <a:solidFill>
                  <a:srgbClr val="5F6C7C"/>
                </a:solidFill>
                <a:latin typeface="Aptos"/>
              </a:rPr>
              <a:t>The current version is a functional educational prototype; proposed enhancements are not implemented yet.</a:t>
            </a:r>
          </a:p>
        </p:txBody>
      </p:sp>
    </p:spTree>
    <p:extLst>
      <p:ext uri="{BB962C8B-B14F-4D97-AF65-F5344CB8AC3E}">
        <p14:creationId xmlns:p14="http://schemas.microsoft.com/office/powerpoint/2010/main" val="1744964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2000" cy="50292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1064240" cy="43891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70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0972800" cy="25603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5F6C7C"/>
                </a:solidFill>
                <a:latin typeface="Aptos"/>
              </a:rPr>
              <a:t>PROGRAM EXECUTION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661404"/>
            <a:ext cx="53035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ONLINE STORE CART AND ORDER PIPELINE  |  JAVA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661404"/>
            <a:ext cx="64008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11 / 12</a:t>
            </a:r>
          </a:p>
        </p:txBody>
      </p:sp>
      <p:pic>
        <p:nvPicPr>
          <p:cNvPr id="9" name="Picture 8" descr="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522" y="1325880"/>
            <a:ext cx="9356651" cy="5029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6172200"/>
            <a:ext cx="10972800" cy="2286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spcAft>
                <a:spcPts val="700"/>
              </a:spcAft>
            </a:pPr>
            <a:r>
              <a:rPr sz="1000" b="0">
                <a:solidFill>
                  <a:srgbClr val="5F6C7C"/>
                </a:solidFill>
                <a:latin typeface="Aptos"/>
              </a:rPr>
              <a:t>Observed run: product listing, search, empty-cart handling, add-to-cart, order saving and exit.</a:t>
            </a:r>
          </a:p>
        </p:txBody>
      </p:sp>
    </p:spTree>
    <p:extLst>
      <p:ext uri="{BB962C8B-B14F-4D97-AF65-F5344CB8AC3E}">
        <p14:creationId xmlns:p14="http://schemas.microsoft.com/office/powerpoint/2010/main" val="2015298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2000" cy="50292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1064240" cy="43891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70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GEO-TAGGED PHOTO &amp; 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32104"/>
            <a:ext cx="10972800" cy="25603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>
              <a:spcAft>
                <a:spcPts val="700"/>
              </a:spcAft>
            </a:pPr>
            <a:r>
              <a:rPr sz="1000" b="0">
                <a:solidFill>
                  <a:srgbClr val="5F6C7C"/>
                </a:solidFill>
                <a:latin typeface="Aptos"/>
              </a:rPr>
              <a:t>SUBMISSION DETAILS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2000" cy="201168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661404"/>
            <a:ext cx="53035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ONLINE STORE CART AND ORDER PIPELINE  |  JAVA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661404"/>
            <a:ext cx="64008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12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25880"/>
            <a:ext cx="5303520" cy="274320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82296" cy="2743200"/>
          </a:xfrm>
          <a:prstGeom prst="rect">
            <a:avLst/>
          </a:prstGeom>
          <a:solidFill>
            <a:srgbClr val="1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" y="1435607"/>
            <a:ext cx="502920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GEO-TAGGED TEAM PHOTO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25880"/>
            <a:ext cx="5303520" cy="274320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https://github.com/yalamanchilitoshita/JAVA-PROJECT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82296" cy="2743200"/>
          </a:xfrm>
          <a:prstGeom prst="rect">
            <a:avLst/>
          </a:prstGeom>
          <a:solidFill>
            <a:srgbClr val="23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1435607"/>
            <a:ext cx="502920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GITHUB REPOSITORY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434840"/>
            <a:ext cx="10881360" cy="123444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4434840"/>
            <a:ext cx="82296" cy="1234440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1" y="4544568"/>
            <a:ext cx="1060704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2233E"/>
                </a:solidFill>
                <a:latin typeface="Aptos"/>
              </a:rPr>
              <a:t>TEAM MEMBERS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4919472"/>
            <a:ext cx="10588752" cy="6675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2D3746"/>
                </a:solidFill>
                <a:latin typeface="Aptos"/>
              </a:rPr>
              <a:t>Toshita Yalamanchili  |  2620030361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2D3746"/>
                </a:solidFill>
                <a:latin typeface="Aptos"/>
              </a:rPr>
              <a:t>V. Mahesh  |  2620030339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2B5F885-B882-6CAB-F6EA-E21E845BA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75" y="1856230"/>
            <a:ext cx="4101711" cy="4544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777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1387</Words>
  <Application>Microsoft Office PowerPoint</Application>
  <PresentationFormat>Widescreen</PresentationFormat>
  <Paragraphs>187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Store Cart and Order Pipeline - Java Project</dc:title>
  <dc:subject>Problem Solving Using Programming (Java), CO1-CO6 mapping</dc:subject>
  <dc:creator>Toshita Yalamanchili;V. Mahesh</dc:creator>
  <cp:keywords>Java, Online Store, CO1, CO2, CO3, CO4, CO5, CO6</cp:keywords>
  <cp:lastModifiedBy>Toshita Yalamanchili</cp:lastModifiedBy>
  <cp:revision>3</cp:revision>
  <dcterms:created xsi:type="dcterms:W3CDTF">2026-09-15T09:57:10Z</dcterms:created>
  <dcterms:modified xsi:type="dcterms:W3CDTF">2026-10-17T03:53:29Z</dcterms:modified>
</cp:coreProperties>
</file>